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r-deepak-kp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jpg"/><Relationship Id="rId10" Type="http://schemas.openxmlformats.org/officeDocument/2006/relationships/hyperlink" Target="https://www.linkedin.com/in/deepak-kumar-prasad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3919539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468985" cy="33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09753B-D14D-EF74-2C48-BD0606800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81" y="42055"/>
            <a:ext cx="363794" cy="363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D9565C-ACAF-D697-C277-0685EF3F53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9" y="43580"/>
            <a:ext cx="363794" cy="363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F6B53-5C5F-A80B-EA8E-0A49C97E34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64" y="42054"/>
            <a:ext cx="363795" cy="3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73939641-605E-A722-66C4-6AA54BD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468985" cy="33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B847CF-BBF8-6C83-2E34-064FE162EB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81" y="42055"/>
            <a:ext cx="363794" cy="363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3C243C-3E6B-F99E-2D5C-176532A35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9" y="43580"/>
            <a:ext cx="363794" cy="363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E77317-DBCF-AC11-8F7D-31B0F871AF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64" y="42054"/>
            <a:ext cx="363795" cy="3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691A860C-F849-918F-98F8-5482B3AC4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468985" cy="33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60BBA1-FB62-1408-2175-AAAD8D6D3F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81" y="42055"/>
            <a:ext cx="363794" cy="363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7DDDE7-40CC-F9BA-0E4F-83C3906E0E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9" y="43580"/>
            <a:ext cx="363794" cy="363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6B7F15-0DB9-AA4D-DB2E-5F39EC7C62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64" y="42054"/>
            <a:ext cx="363795" cy="36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8D598524-9B3B-7CCC-E427-8952225A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41CF901-4566-2114-965E-5A27B3F3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468985" cy="33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929AE7-6C92-3FAF-54E4-15BD5B98B2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81" y="42055"/>
            <a:ext cx="363794" cy="363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5036C-40A3-1C5F-F1C9-775A298826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9" y="43580"/>
            <a:ext cx="363794" cy="3637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F7A1D-5400-CDAA-A8C5-74E9FBF929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64" y="42054"/>
            <a:ext cx="363795" cy="363795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934E5F06-5A6E-3FAC-02D3-48FD1E892F02}"/>
              </a:ext>
            </a:extLst>
          </p:cNvPr>
          <p:cNvSpPr txBox="1"/>
          <p:nvPr/>
        </p:nvSpPr>
        <p:spPr>
          <a:xfrm>
            <a:off x="3655909" y="2624088"/>
            <a:ext cx="4880182" cy="69894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Developed By: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Deepak Kumar Prasad </a:t>
            </a:r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Role: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Data Analyst(Aspiring)</a:t>
            </a:r>
            <a:endParaRPr lang="en-IN" sz="18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2200E346-2A5C-5522-FC1B-384506DDD149}"/>
              </a:ext>
            </a:extLst>
          </p:cNvPr>
          <p:cNvSpPr txBox="1"/>
          <p:nvPr/>
        </p:nvSpPr>
        <p:spPr>
          <a:xfrm>
            <a:off x="3227412" y="3327950"/>
            <a:ext cx="5132439" cy="91439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Connect with me: </a:t>
            </a:r>
            <a:endParaRPr lang="en-IN" sz="18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19" name="Picture 18">
            <a:hlinkClick r:id="rId8"/>
            <a:extLst>
              <a:ext uri="{FF2B5EF4-FFF2-40B4-BE49-F238E27FC236}">
                <a16:creationId xmlns:a16="http://schemas.microsoft.com/office/drawing/2014/main" id="{75708F61-E7A9-54A7-469D-BB29C1FA88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11743" y="3589964"/>
            <a:ext cx="366254" cy="366254"/>
          </a:xfrm>
          <a:prstGeom prst="rect">
            <a:avLst/>
          </a:prstGeom>
        </p:spPr>
      </p:pic>
      <p:pic>
        <p:nvPicPr>
          <p:cNvPr id="21" name="Picture 20">
            <a:hlinkClick r:id="rId10"/>
            <a:extLst>
              <a:ext uri="{FF2B5EF4-FFF2-40B4-BE49-F238E27FC236}">
                <a16:creationId xmlns:a16="http://schemas.microsoft.com/office/drawing/2014/main" id="{C67720C0-B479-449B-07B4-0747E8F872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930" y="3614079"/>
            <a:ext cx="342139" cy="3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365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mr.deepak.kp</dc:creator>
  <cp:lastModifiedBy>Deepak kumar</cp:lastModifiedBy>
  <cp:revision>20</cp:revision>
  <dcterms:created xsi:type="dcterms:W3CDTF">2024-06-24T12:27:37Z</dcterms:created>
  <dcterms:modified xsi:type="dcterms:W3CDTF">2026-04-24T08:02:57Z</dcterms:modified>
</cp:coreProperties>
</file>